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full-stack MERN app that lets citizens report road damage and lets admins manage repairs.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image" descr="Illustration of a damaged road with potholes and a warning sig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MERN STACK PROJECT</a:t>
            </a:r>
            <a:endParaRPr lang="en-US" sz="13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132588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Road Damage Reporting System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26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Report potholes and damaged roads with location, type, photo and description, and track repairs end to end.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MongoDB  •  Express.js  •  React  •  Node.js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Problem Statement &amp; Objectives</a:t>
            </a:r>
            <a:endParaRPr lang="en-US" sz="2800" dirty="0"/>
          </a:p>
        </p:txBody>
      </p:sp>
      <p:sp>
        <p:nvSpPr>
          <p:cNvPr id="4" name="Page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457200" y="1143000"/>
            <a:ext cx="3840480" cy="342900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Card accent"/>
          <p:cNvSpPr/>
          <p:nvPr/>
        </p:nvSpPr>
        <p:spPr>
          <a:xfrm>
            <a:off x="457200" y="1143000"/>
            <a:ext cx="64008" cy="34290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73736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Potholes and damaged roads cause accidents and vehicle damage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Citizens have no simple way to report them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Authorities lack organised, location-tagged data to prioritise repairs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0" y="1143000"/>
            <a:ext cx="4114800" cy="342900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Card accent"/>
          <p:cNvSpPr/>
          <p:nvPr/>
        </p:nvSpPr>
        <p:spPr>
          <a:xfrm>
            <a:off x="4572000" y="1143000"/>
            <a:ext cx="64008" cy="3429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Demonstrate MERN stack development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Implement CRUD operations with MongoDB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REST APIs using Node.js and Express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Develop the frontend with React.js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authentication and role-based access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Display project information and results clearly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Key Features &amp; User Roles</a:t>
            </a:r>
            <a:endParaRPr lang="en-US" sz="2800" dirty="0"/>
          </a:p>
        </p:txBody>
      </p:sp>
      <p:sp>
        <p:nvSpPr>
          <p:cNvPr id="4" name="Page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457200" y="1143000"/>
            <a:ext cx="4023360" cy="233172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Card accent"/>
          <p:cNvSpPr/>
          <p:nvPr/>
        </p:nvSpPr>
        <p:spPr>
          <a:xfrm>
            <a:off x="457200" y="1143000"/>
            <a:ext cx="64008" cy="2331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Citizen (User)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916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Register and log 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 damage with location, type, image and description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View and edit own reports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Track status of reports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663440" y="1143000"/>
            <a:ext cx="4023360" cy="233172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Card accent"/>
          <p:cNvSpPr/>
          <p:nvPr/>
        </p:nvSpPr>
        <p:spPr>
          <a:xfrm>
            <a:off x="4663440" y="1143000"/>
            <a:ext cx="64008" cy="2331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Admin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6916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View all reports on a dashboard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Update status: Pending, In Progress, Resolved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Delete invalid or duplicate reports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Filter by type, area and status</a:t>
            </a:r>
            <a:endParaRPr lang="en-US" sz="1300" dirty="0"/>
          </a:p>
        </p:txBody>
      </p:sp>
      <p:sp>
        <p:nvSpPr>
          <p:cNvPr id="13" name="CRUD tile"/>
          <p:cNvSpPr/>
          <p:nvPr/>
        </p:nvSpPr>
        <p:spPr>
          <a:xfrm>
            <a:off x="457200" y="3703320"/>
            <a:ext cx="1920240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7673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  Create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178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</a:rPr>
              <a:t>Add a new report</a:t>
            </a:r>
            <a:endParaRPr lang="en-US" sz="1200" dirty="0"/>
          </a:p>
        </p:txBody>
      </p:sp>
      <p:sp>
        <p:nvSpPr>
          <p:cNvPr id="16" name="CRUD tile"/>
          <p:cNvSpPr/>
          <p:nvPr/>
        </p:nvSpPr>
        <p:spPr>
          <a:xfrm>
            <a:off x="2560320" y="3703320"/>
            <a:ext cx="1920240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697480" y="37673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  Read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178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</a:rPr>
              <a:t>View and list reports</a:t>
            </a:r>
            <a:endParaRPr lang="en-US" sz="1200" dirty="0"/>
          </a:p>
        </p:txBody>
      </p:sp>
      <p:sp>
        <p:nvSpPr>
          <p:cNvPr id="19" name="CRUD tile"/>
          <p:cNvSpPr/>
          <p:nvPr/>
        </p:nvSpPr>
        <p:spPr>
          <a:xfrm>
            <a:off x="4663440" y="3703320"/>
            <a:ext cx="1920240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00600" y="37673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U  Update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4178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</a:rPr>
              <a:t>Edit details, change status</a:t>
            </a:r>
            <a:endParaRPr lang="en-US" sz="1200" dirty="0"/>
          </a:p>
        </p:txBody>
      </p:sp>
      <p:sp>
        <p:nvSpPr>
          <p:cNvPr id="22" name="CRUD tile"/>
          <p:cNvSpPr/>
          <p:nvPr/>
        </p:nvSpPr>
        <p:spPr>
          <a:xfrm>
            <a:off x="6766560" y="3703320"/>
            <a:ext cx="1920240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03720" y="37673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  Delete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178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</a:rPr>
              <a:t>Remove a report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System Architecture &amp; Tech Stack</a:t>
            </a:r>
            <a:endParaRPr lang="en-US" sz="2800" dirty="0"/>
          </a:p>
        </p:txBody>
      </p:sp>
      <p:sp>
        <p:nvSpPr>
          <p:cNvPr id="4" name="Page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4</a:t>
            </a:r>
            <a:endParaRPr lang="en-US" sz="1100" dirty="0"/>
          </a:p>
        </p:txBody>
      </p:sp>
      <p:sp>
        <p:nvSpPr>
          <p:cNvPr id="5" name="React.js"/>
          <p:cNvSpPr/>
          <p:nvPr/>
        </p:nvSpPr>
        <p:spPr>
          <a:xfrm>
            <a:off x="457200" y="1280160"/>
            <a:ext cx="2286000" cy="1554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React.js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UI: forms, report list, admin dashboard, Axios calls</a:t>
            </a:r>
            <a:endParaRPr lang="en-US" sz="1200" dirty="0"/>
          </a:p>
        </p:txBody>
      </p:sp>
      <p:sp>
        <p:nvSpPr>
          <p:cNvPr id="8" name="Node + Express"/>
          <p:cNvSpPr/>
          <p:nvPr/>
        </p:nvSpPr>
        <p:spPr>
          <a:xfrm>
            <a:off x="3429000" y="1280160"/>
            <a:ext cx="2286000" cy="1554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Node + Express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920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REST APIs, JWT auth, role middleware, Multer uploads</a:t>
            </a:r>
            <a:endParaRPr lang="en-US" sz="1200" dirty="0"/>
          </a:p>
        </p:txBody>
      </p:sp>
      <p:sp>
        <p:nvSpPr>
          <p:cNvPr id="11" name="MongoDB"/>
          <p:cNvSpPr/>
          <p:nvPr/>
        </p:nvSpPr>
        <p:spPr>
          <a:xfrm>
            <a:off x="6400800" y="1280160"/>
            <a:ext cx="2286000" cy="15544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MongoDB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920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Users and Reports collections via Mongoose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2788920" y="1828800"/>
            <a:ext cx="594360" cy="457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Arrow"/>
          <p:cNvSpPr/>
          <p:nvPr/>
        </p:nvSpPr>
        <p:spPr>
          <a:xfrm>
            <a:off x="5760720" y="1828800"/>
            <a:ext cx="594360" cy="457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88920" y="23317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HTTP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JSON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23317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Mongoose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ODM</a:t>
            </a:r>
            <a:endParaRPr lang="en-US" sz="900" dirty="0"/>
          </a:p>
        </p:txBody>
      </p:sp>
      <p:sp>
        <p:nvSpPr>
          <p:cNvPr id="18" name="Card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Card accent"/>
          <p:cNvSpPr/>
          <p:nvPr/>
        </p:nvSpPr>
        <p:spPr>
          <a:xfrm>
            <a:off x="457200" y="3108960"/>
            <a:ext cx="64008" cy="1463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2004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Auth: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JWT tokens, bcrypt password hashing, roles (user / admin)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Images: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Multer upload, file path stored in MongoDB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Location: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Address text plus latitude / longitude (browser geolocation)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Tools: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VS Code, Postman, MongoDB Compass, Git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Database Design &amp; REST APIs</a:t>
            </a:r>
            <a:endParaRPr lang="en-US" sz="2800" dirty="0"/>
          </a:p>
        </p:txBody>
      </p:sp>
      <p:sp>
        <p:nvSpPr>
          <p:cNvPr id="4" name="Page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Report schema (MongoDB)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Field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damageType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String (pothole, crack...)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{ address, lat, lng }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image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String (file path)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Pending / In Progress / Resolved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reportedBy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ObjectId (User)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createdAt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API endpoints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7160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9456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Route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Access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/api/auth/register, /login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Public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/api/reports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/api/reports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User / Admin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/api/reports/:id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User / Admin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PUT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/api/reports/:id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Owner / Admin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/api/reports/:id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User Interface Screens</a:t>
            </a:r>
            <a:endParaRPr lang="en-US" sz="2800" dirty="0"/>
          </a:p>
        </p:txBody>
      </p:sp>
      <p:sp>
        <p:nvSpPr>
          <p:cNvPr id="4" name="Page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6</a:t>
            </a:r>
            <a:endParaRPr lang="en-US" sz="1100" dirty="0"/>
          </a:p>
        </p:txBody>
      </p:sp>
      <p:pic>
        <p:nvPicPr>
          <p:cNvPr id="5" name="Report form" descr="Mockup of the report damage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2148840" cy="3685032"/>
          </a:xfrm>
          <a:prstGeom prst="rect">
            <a:avLst/>
          </a:prstGeom>
        </p:spPr>
      </p:pic>
      <p:pic>
        <p:nvPicPr>
          <p:cNvPr id="6" name="Admin dashboard" descr="Mockup of the admin dashboard with reports tab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4680" y="1234440"/>
            <a:ext cx="5532120" cy="3566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Citizen: report form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15468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Admin: manage reports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Results, Future Scope &amp; Conclusion</a:t>
            </a:r>
            <a:endParaRPr lang="en-US" sz="2800" dirty="0"/>
          </a:p>
        </p:txBody>
      </p:sp>
      <p:sp>
        <p:nvSpPr>
          <p:cNvPr id="4" name="Page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7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457200" y="1143000"/>
            <a:ext cx="4023360" cy="251460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Card accent"/>
          <p:cNvSpPr/>
          <p:nvPr/>
        </p:nvSpPr>
        <p:spPr>
          <a:xfrm>
            <a:off x="457200" y="1143000"/>
            <a:ext cx="64008" cy="25146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Results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7373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Working end-to-end MERN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 CRUD on road damage reports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Secure login with role-based access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Clear dashboard with status tracking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143000"/>
            <a:ext cx="4023360" cy="251460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Card accent"/>
          <p:cNvSpPr/>
          <p:nvPr/>
        </p:nvSpPr>
        <p:spPr>
          <a:xfrm>
            <a:off x="4663440" y="1143000"/>
            <a:ext cx="64008" cy="25146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7373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Interactive map view of reports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Email / SMS status notifications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Upvotes and duplicate detection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Mobile app with offline reporting</a:t>
            </a:r>
            <a:endParaRPr lang="en-US" sz="1400" dirty="0"/>
          </a:p>
        </p:txBody>
      </p:sp>
      <p:sp>
        <p:nvSpPr>
          <p:cNvPr id="13" name="Conclusion band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862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system turns citizen reports into organised, trackable data so safer roads get fixed faster.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Fix">
  <a:themeElements>
    <a:clrScheme name="RoadFix">
      <a:dk1>
        <a:srgbClr val="0F172A"/>
      </a:dk1>
      <a:lt1>
        <a:srgbClr val="FFFFFF"/>
      </a:lt1>
      <a:dk2>
        <a:srgbClr val="0F766E"/>
      </a:dk2>
      <a:lt2>
        <a:srgbClr val="F1F5F9"/>
      </a:lt2>
      <a:accent1>
        <a:srgbClr val="0F766E"/>
      </a:accent1>
      <a:accent2>
        <a:srgbClr val="F59E0B"/>
      </a:accent2>
      <a:accent3>
        <a:srgbClr val="2563EB"/>
      </a:accent3>
      <a:accent4>
        <a:srgbClr val="16A34A"/>
      </a:accent4>
      <a:accent5>
        <a:srgbClr val="DC2626"/>
      </a:accent5>
      <a:accent6>
        <a:srgbClr val="64748B"/>
      </a:accent6>
      <a:hlink>
        <a:srgbClr val="2563EB"/>
      </a:hlink>
      <a:folHlink>
        <a:srgbClr val="64748B"/>
      </a:folHlink>
    </a:clrScheme>
    <a:fontScheme name="RoadF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Damage Reporting System (MERN)</dc:title>
  <dc:subject>PptxGenJS Presentation</dc:subject>
  <dc:creator>PptxGenJS</dc:creator>
  <cp:lastModifiedBy>PptxGenJS</cp:lastModifiedBy>
  <cp:revision>1</cp:revision>
  <dcterms:created xsi:type="dcterms:W3CDTF">2026-10-10T08:30:15Z</dcterms:created>
  <dcterms:modified xsi:type="dcterms:W3CDTF">2026-10-10T08:30:15Z</dcterms:modified>
</cp:coreProperties>
</file>